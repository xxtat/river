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FE123-9263-F9AC-D843-F0A4080E9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35DA86-6C5A-BB88-0693-792CEFD38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C35992-DEC0-25C3-0D12-6D320ACAC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C8D49-C411-4DAA-2A10-47F2C62E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98C965-0609-A7A6-EB67-E9081042E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85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76332-5EE7-58AB-606F-6BD73F08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91424-4B63-191D-B196-77D65AB9E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95EF48-F70F-F33F-8571-27E4647F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58849-FFB1-C394-6366-E796F68F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545D45-7EF4-383C-4BD4-49A5A363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388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6F120-91A9-B14F-9433-F238F9306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993CFD-12A4-D641-31CA-DA020B35E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D6BC87-B6F3-1976-2A6A-CEEFA85B2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284CEF-8445-A0FC-C209-8098C24E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1EBDD3-509A-458D-C762-C1E61E643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44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28F8C-53C0-BDE0-3302-3CA00AFB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56ED14-7C06-5153-3984-CA98C66FC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71CC07-9F3F-1D8A-3932-9BAFB65AE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8D8914-8DF9-98DC-232E-F3471286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A9A774-5B99-9442-5C49-FDF1C3BD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7EA40A-844F-C841-9F45-3480983B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782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651B7-E4BB-58D4-45EB-F206CFB06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201E0A-527A-1FB7-5258-3F2DA2D14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403B2D-097F-71C6-5E0B-C005C3214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C36506-9568-6DC4-E53E-13E167034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9D52FF-2E54-577A-E28D-56DD7DEED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7BF7B1-D46D-6DFC-9BCC-A27A61B7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CA00C3-C657-5F23-1F08-0F537629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12D929-AF56-88FE-2A58-DA8D92B2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77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10EE6-10B6-9219-7D90-F7253567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667ACE-9E0D-4E8B-1B88-40C15F17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63A1F5-E497-548E-8DCA-63DF075F9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F7E55A-69ED-A455-EDF8-B692E469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4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2ED7F6-892C-DD20-718A-B93CF5C83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DA05C1-E707-DA6E-CBF7-54C26FD6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98E492-CEF9-F1F6-0E7F-D47ACF28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72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D8F0D-64F4-48C4-0DF0-E1D83237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C0C600-FD9A-3651-166A-82B5CE7A5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9351C9-950E-5DC4-AA1C-3B68E3E35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10BE1D-CB82-6DAB-5517-E7065564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42B18E-7758-0EA7-4DD8-D35D18FAE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A45D79-F17B-EFE3-201B-CEA31280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83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DB5D4-513C-20A7-6DC1-F0D44B16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F177E4-72B6-73BA-4B76-75878B807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FEC711-6FDD-8640-06AE-C60F6727A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B25B42-BF8E-8FC9-10C9-3C4700FA0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82B7F4-0BA3-3BA3-BBB0-236CE24A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CE24E9-2C62-8AA9-A058-B8B23DD2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6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0678D-A2F1-EF43-E9FD-D1974A4C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0853F0-84D1-9C0F-6AF5-048246337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D48A44-BA52-62E3-98BB-801FB5DE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4E4CEA-BA04-2C12-B511-EB860373E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4E09E-6268-43B9-0320-4FC54F3F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304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E6CB87-6789-0493-36A7-C78812348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7AD0A9-6447-5B55-851F-6D58F95B3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F05EC-BA91-88F2-D54F-748E41130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86C97-487F-C985-5D1F-DD67326B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6BACA3-D9A1-BA1F-5F23-B0051733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10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3A63ED-B3D4-3A6E-0441-E8CA489EB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D68658-877A-2B3C-7484-1890EDD7F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3E94AC-09D7-CD0E-2492-812DF4C9B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5A354-D764-4D16-A5B1-6F2A1C06E23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28C3DF-A808-9A2B-A86C-4CF59BC76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70B517-A385-762D-031E-EB3E4F404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4D30A-DBE6-46A4-BEF5-8AE5274D1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27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07661F-C3B8-7F4E-42DF-2CF7E83D65E9}"/>
              </a:ext>
            </a:extLst>
          </p:cNvPr>
          <p:cNvSpPr txBox="1"/>
          <p:nvPr/>
        </p:nvSpPr>
        <p:spPr>
          <a:xfrm>
            <a:off x="0" y="0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vRICseq</a:t>
            </a:r>
            <a:r>
              <a:rPr lang="en-US" altLang="zh-CN" dirty="0"/>
              <a:t>) dyx@node4:/</a:t>
            </a:r>
            <a:r>
              <a:rPr lang="en-US" altLang="zh-CN" dirty="0" err="1"/>
              <a:t>storx</a:t>
            </a:r>
            <a:r>
              <a:rPr lang="en-US" altLang="zh-CN" dirty="0"/>
              <a:t>/</a:t>
            </a:r>
            <a:r>
              <a:rPr lang="en-US" altLang="zh-CN" dirty="0" err="1"/>
              <a:t>yxdeng</a:t>
            </a:r>
            <a:r>
              <a:rPr lang="en-US" altLang="zh-CN" dirty="0"/>
              <a:t>/structure/</a:t>
            </a:r>
            <a:r>
              <a:rPr lang="en-US" altLang="zh-CN" dirty="0" err="1"/>
              <a:t>dynamic_structure</a:t>
            </a:r>
            <a:r>
              <a:rPr lang="en-US" altLang="zh-CN" dirty="0"/>
              <a:t>/260403/UTR/PEDV/cell/cutoff99_complen$ </a:t>
            </a:r>
            <a:r>
              <a:rPr lang="en-US" altLang="zh-CN" dirty="0" err="1"/>
              <a:t>nohup</a:t>
            </a:r>
            <a:r>
              <a:rPr lang="en-US" altLang="zh-CN" dirty="0"/>
              <a:t> python step3_optimal_structure_predict.py partition_file_id.txt PEDV_merge_cell_ric_KR_15_15_remake10_merge_KR_10_10_OEmask_fill_diagonal_filter_gaussian.bedpe PEDV_merge_cell_ric_KR_10.matrix PEDV_merge_cell_ric_KR_5.matrix PEDV_merge_cell_ric_NONE_1.matrix 28044 HS1 MK584552_md.fasta MK584552.1 &gt; step3.log &amp;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9E16B1-D0B1-49B6-357F-9C567A59B8F2}"/>
              </a:ext>
            </a:extLst>
          </p:cNvPr>
          <p:cNvSpPr txBox="1"/>
          <p:nvPr/>
        </p:nvSpPr>
        <p:spPr>
          <a:xfrm>
            <a:off x="0" y="1772783"/>
            <a:ext cx="12191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vRICseq</a:t>
            </a:r>
            <a:r>
              <a:rPr lang="en-US" altLang="zh-CN" dirty="0"/>
              <a:t>) dyx@node4:/</a:t>
            </a:r>
            <a:r>
              <a:rPr lang="en-US" altLang="zh-CN" dirty="0" err="1"/>
              <a:t>storx</a:t>
            </a:r>
            <a:r>
              <a:rPr lang="en-US" altLang="zh-CN" dirty="0"/>
              <a:t>/</a:t>
            </a:r>
            <a:r>
              <a:rPr lang="en-US" altLang="zh-CN" dirty="0" err="1"/>
              <a:t>yxdeng</a:t>
            </a:r>
            <a:r>
              <a:rPr lang="en-US" altLang="zh-CN" dirty="0"/>
              <a:t>/structure/</a:t>
            </a:r>
            <a:r>
              <a:rPr lang="en-US" altLang="zh-CN" dirty="0" err="1"/>
              <a:t>dynamic_structure</a:t>
            </a:r>
            <a:r>
              <a:rPr lang="en-US" altLang="zh-CN" dirty="0"/>
              <a:t>/260403/UTR/PEDV/cell/cutoff99$ </a:t>
            </a:r>
            <a:r>
              <a:rPr lang="en-US" altLang="zh-CN" dirty="0" err="1"/>
              <a:t>nohup</a:t>
            </a:r>
            <a:r>
              <a:rPr lang="en-US" altLang="zh-CN" dirty="0"/>
              <a:t> python step3_optimal_structure_predict.py partition_file_id.txt PEDV_merge_cell_ric_KR_15_15_remake10_merge_KR_10_10_OEmask_fill_diagonal_filter_gaussian.bedpe PEDV_merge_cell_ric_KR_10.matrix PEDV_merge_cell_ric_KR_5.matrix PEDV_merge_cell_ric_NONE_1.matrix 28044 HS1 MK584552_md.fasta MK584552.1 &gt; step3.log &amp;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74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C30EB98-705E-91D8-8FF5-B3876A575B1D}"/>
              </a:ext>
            </a:extLst>
          </p:cNvPr>
          <p:cNvSpPr txBox="1"/>
          <p:nvPr/>
        </p:nvSpPr>
        <p:spPr>
          <a:xfrm>
            <a:off x="0" y="0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vRICseq</a:t>
            </a:r>
            <a:r>
              <a:rPr lang="en-US" altLang="zh-CN" dirty="0"/>
              <a:t>) dyx@node4:/</a:t>
            </a:r>
            <a:r>
              <a:rPr lang="en-US" altLang="zh-CN" dirty="0" err="1"/>
              <a:t>storx</a:t>
            </a:r>
            <a:r>
              <a:rPr lang="en-US" altLang="zh-CN" dirty="0"/>
              <a:t>/</a:t>
            </a:r>
            <a:r>
              <a:rPr lang="en-US" altLang="zh-CN" dirty="0" err="1"/>
              <a:t>yxdeng</a:t>
            </a:r>
            <a:r>
              <a:rPr lang="en-US" altLang="zh-CN" dirty="0"/>
              <a:t>/structure/</a:t>
            </a:r>
            <a:r>
              <a:rPr lang="en-US" altLang="zh-CN" dirty="0" err="1"/>
              <a:t>dynamic_structure</a:t>
            </a:r>
            <a:r>
              <a:rPr lang="en-US" altLang="zh-CN" dirty="0"/>
              <a:t>/260403/UTR/PEDV/virion/cutoff99$ </a:t>
            </a:r>
            <a:r>
              <a:rPr lang="en-US" altLang="zh-CN" dirty="0" err="1"/>
              <a:t>nohup</a:t>
            </a:r>
            <a:r>
              <a:rPr lang="en-US" altLang="zh-CN" dirty="0"/>
              <a:t> python step3_optimal_structure_predict.py partition_file_id.txt PEDV_in_Virion_merge_KR_15_15_remake10_merge_KR_10_10_OEmask_fill_diagonal_filter_gaussian.bedpe PEDV_in_Virion_merge_KR_10.matrix PEDV_in_Virion_merge_KR_5.matrix PEDV_in_Virion_merge_KR_1.matrix 28044 HS1 MK584552_md.fasta MK584552.1 &gt; step3.log &amp;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E4505B-D131-8163-AE56-3FE493E9607A}"/>
              </a:ext>
            </a:extLst>
          </p:cNvPr>
          <p:cNvSpPr txBox="1"/>
          <p:nvPr/>
        </p:nvSpPr>
        <p:spPr>
          <a:xfrm>
            <a:off x="0" y="2439090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vRICseq</a:t>
            </a:r>
            <a:r>
              <a:rPr lang="en-US" altLang="zh-CN" dirty="0"/>
              <a:t>) dyx@node4:/</a:t>
            </a:r>
            <a:r>
              <a:rPr lang="en-US" altLang="zh-CN" dirty="0" err="1"/>
              <a:t>storx</a:t>
            </a:r>
            <a:r>
              <a:rPr lang="en-US" altLang="zh-CN" dirty="0"/>
              <a:t>/</a:t>
            </a:r>
            <a:r>
              <a:rPr lang="en-US" altLang="zh-CN" dirty="0" err="1"/>
              <a:t>yxdeng</a:t>
            </a:r>
            <a:r>
              <a:rPr lang="en-US" altLang="zh-CN" dirty="0"/>
              <a:t>/structure/</a:t>
            </a:r>
            <a:r>
              <a:rPr lang="en-US" altLang="zh-CN" dirty="0" err="1"/>
              <a:t>dynamic_structure</a:t>
            </a:r>
            <a:r>
              <a:rPr lang="en-US" altLang="zh-CN" dirty="0"/>
              <a:t>/260403/UTR/PEDV/virion/cutoff99_complen$ </a:t>
            </a:r>
            <a:r>
              <a:rPr lang="en-US" altLang="zh-CN" dirty="0" err="1"/>
              <a:t>nohup</a:t>
            </a:r>
            <a:r>
              <a:rPr lang="en-US" altLang="zh-CN" dirty="0"/>
              <a:t> python step3_optimal_structure_predict.py partition_file_id.txt PEDV_in_Virion_merge_KR_15_15_remake10_merge_KR_10_10_OEmask_fill_diagonal_filter_gaussian.bedpe PEDV_in_Virion_merge_KR_10.matrix PEDV_in_Virion_merge_KR_5.matrix PEDV_in_Virion_merge_KR_1.matrix 28044 HS1 MK584552_md.fasta MK584552.1 &gt; step3.log &amp;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3236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516</Words>
  <Application>Microsoft Office PowerPoint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英翔 邓</dc:creator>
  <cp:lastModifiedBy>英翔 邓</cp:lastModifiedBy>
  <cp:revision>4</cp:revision>
  <dcterms:created xsi:type="dcterms:W3CDTF">2026-04-03T13:02:14Z</dcterms:created>
  <dcterms:modified xsi:type="dcterms:W3CDTF">2026-04-03T13:06:10Z</dcterms:modified>
</cp:coreProperties>
</file>