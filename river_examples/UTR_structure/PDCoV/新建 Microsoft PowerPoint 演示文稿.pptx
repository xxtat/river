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7B33E-D973-91DE-76B5-CABD521F7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F11F05-CBF4-B763-6FAF-3AEE74755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EA3BE4-167C-3B06-F6BA-38734BF8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A8763-FE65-3D6C-5BBC-3EE326FB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6017E-1FD7-6C3B-0711-5AB1F197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5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03417-ED48-843B-FE52-AF58245E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04D95-AECE-63D5-45F1-2A763902C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7B2250-C90B-D70E-68F1-364F3B188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BE293-504A-C475-7ACD-CE94C923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34F26A-B5F3-6ED9-DB22-D3944BA2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49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3F89C-D194-D553-71AF-6D0FF4BF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4F1BAF-45EA-7DB2-57A6-43091CC3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FFE5E6-68E4-489D-0AE0-02FAC8C3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451F8-7568-3845-4E91-71CFB69D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9603C-A68D-9DA8-FBDC-1F911D1C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32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0CB83-E3A2-90F6-687A-BD8EE38C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30000-D86C-BE95-9825-4A1602990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6EC046-B335-8DCB-8EF2-772CF2DF6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09E7D7-8B7D-73E9-05DC-63447402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329BB-F176-CF92-E99B-09938103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EAD20E-39A2-79C3-DFAF-0A23856C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00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42151-4487-3A4D-5472-E918B7D9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E9ADCD-D207-F7D0-5E14-3EECA5256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4FEC64-C924-5897-F52F-B39597BB4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6A957A-4A40-986F-0BAD-B87C052E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AA7335-9266-3BA9-E7A2-1825FC88B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D00A5D-6C12-8A01-A8F5-1B85CF39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EDF10F-C478-86D5-3A65-DE2FC395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8C1A79-722D-6609-ADBC-3C83F229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74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B128E-0B3F-5575-3B3E-1982DA98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808452-9CF6-277C-4CFB-02FABF60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F53A1-E9AD-FFB6-C46D-3A43C130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76A897-9831-2064-A20D-BEE90F5F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7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45BE86-C765-A420-F8F6-F54044CB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2DC299-8052-DB26-0603-E850F094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753E-C1D8-93D9-C6BE-87C43514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27874-3CAE-18A6-A3F5-C83F158F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F06F4-6BD0-BB60-582C-7D6A13B8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CFA59E-C46E-361A-2544-02F5ADC53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39B0B4-CE01-C23E-EA40-FFDFFA24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7C115A-46C9-4B5F-CFE0-9859FF6C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90FBC-3C51-0AB3-4F9E-DADC3D9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04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47040-D81E-1895-C29C-EB994711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9CA3A-5C3F-CA81-0CFA-2E9D538AC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29A140-624C-B2C7-E41F-A6E6DE384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01B847-825E-4AC4-2EAA-F6247C65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033FC6-D47E-637C-3BE9-DF2E93D0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0A5EC7-07C6-976B-7B1B-678242A3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49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AD066-AA7A-856A-3625-6A7814E8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88DC26-FF84-EAD5-9ACF-69175635D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170560-71F8-1A44-A80C-6A5ADCFD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E6CF4-7CE6-1656-C70A-FA781FAB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0BD3F-D3FB-9679-681C-CC97FCA6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2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63F5C0-1B44-02F4-C893-06B78FF52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B4D653-7BE1-512C-03AE-0E9BBACBA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05E04-133B-AB0A-52C4-4B876E02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8BEC4-87DE-09D3-4C0A-41E5A84A8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52CB6-D114-97B8-2A75-0EB67A5D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75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E1463F-549E-50FF-5349-D4CAA3041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8928A2-0ACF-02EF-C28D-228963314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D1643-FC96-B7AD-F48B-C96EB1108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4F21D-DEF3-477D-A887-FA5087079E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76D79-B27E-EB04-B4C1-32DF53C09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42924-60D9-9E2A-F176-43B495CC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87B96-F446-4AA8-97EF-996BAF584E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4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B3334B-5737-C577-6B1C-75526E1D9811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</a:t>
            </a:r>
            <a:r>
              <a:rPr lang="en-US" altLang="zh-CN" dirty="0" err="1"/>
              <a:t>PDCoV</a:t>
            </a:r>
            <a:r>
              <a:rPr lang="en-US" altLang="zh-CN" dirty="0"/>
              <a:t>/cell/cutoff99$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PDCoV_merge_cell_ric_KR_15_15_remake10_merge_KR_10_10_OEmask_fill_diagonal_filter_gaussian.bedpe PDCoV_merge_cell_ric_KR_10.matrix PDCoV_merge_cell_ric_KR_5.matrix PDCoV_merge_cell_ric_NONE_1.matrix 25420 HS1 KT336560_md.fasta KT336560.1 &gt; step3.log &amp;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5274C5-4A8C-33A2-EE67-7F0C76803218}"/>
              </a:ext>
            </a:extLst>
          </p:cNvPr>
          <p:cNvSpPr txBox="1"/>
          <p:nvPr/>
        </p:nvSpPr>
        <p:spPr>
          <a:xfrm>
            <a:off x="0" y="2162643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</a:t>
            </a:r>
            <a:r>
              <a:rPr lang="en-US" altLang="zh-CN" dirty="0" err="1"/>
              <a:t>PDCoV</a:t>
            </a:r>
            <a:r>
              <a:rPr lang="en-US" altLang="zh-CN" dirty="0"/>
              <a:t>/cell/cutoff99_complen$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PDCoV_merge_cell_ric_KR_15_15_remake10_merge_KR_10_10_OEmask_fill_diagonal_filter_gaussian.bedpe PDCoV_merge_cell_ric_KR_10.matrix PDCoV_merge_cell_ric_KR_5.matrix PDCoV_merge_cell_ric_NONE_1.matrix 25420 HS1 KT336560_md.fasta KT336560.1 &gt; step3.log &amp;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007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96D797-BD46-225F-2AB6-8E0242BF88FA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</a:t>
            </a:r>
            <a:r>
              <a:rPr lang="en-US" altLang="zh-CN" dirty="0" err="1"/>
              <a:t>PDCoV</a:t>
            </a:r>
            <a:r>
              <a:rPr lang="en-US" altLang="zh-CN" dirty="0"/>
              <a:t>/virion/cutoff99$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PDCoV_in_Virion_merge_KR_15_15_remake10_merge_KR_10_10_OEmask_fill_diagonal_filter_gaussian.bedpe PDCoV_in_Virion_merge_KR_10.matrix PDCoV_in_Virion_merge_KR_5.matrix PDCoV_in_Virion_merge_KR_1.matrix 25420 HS1 KT336560_md.fasta KT336560.1 &gt; step3.log &amp;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EBC986-E885-0400-7B36-58C8772065EA}"/>
              </a:ext>
            </a:extLst>
          </p:cNvPr>
          <p:cNvSpPr txBox="1"/>
          <p:nvPr/>
        </p:nvSpPr>
        <p:spPr>
          <a:xfrm>
            <a:off x="-1" y="2304410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vRICseq</a:t>
            </a:r>
            <a:r>
              <a:rPr lang="en-US" altLang="zh-CN" dirty="0"/>
              <a:t>) dyx@node4:/</a:t>
            </a:r>
            <a:r>
              <a:rPr lang="en-US" altLang="zh-CN" dirty="0" err="1"/>
              <a:t>storx</a:t>
            </a:r>
            <a:r>
              <a:rPr lang="en-US" altLang="zh-CN" dirty="0"/>
              <a:t>/</a:t>
            </a:r>
            <a:r>
              <a:rPr lang="en-US" altLang="zh-CN" dirty="0" err="1"/>
              <a:t>yxdeng</a:t>
            </a:r>
            <a:r>
              <a:rPr lang="en-US" altLang="zh-CN" dirty="0"/>
              <a:t>/structure/</a:t>
            </a:r>
            <a:r>
              <a:rPr lang="en-US" altLang="zh-CN" dirty="0" err="1"/>
              <a:t>dynamic_structure</a:t>
            </a:r>
            <a:r>
              <a:rPr lang="en-US" altLang="zh-CN" dirty="0"/>
              <a:t>/260403/UTR/</a:t>
            </a:r>
            <a:r>
              <a:rPr lang="en-US" altLang="zh-CN" dirty="0" err="1"/>
              <a:t>PDCoV</a:t>
            </a:r>
            <a:r>
              <a:rPr lang="en-US" altLang="zh-CN" dirty="0"/>
              <a:t>/virion/cutoff99_complen$ </a:t>
            </a:r>
            <a:r>
              <a:rPr lang="en-US" altLang="zh-CN" dirty="0" err="1"/>
              <a:t>nohup</a:t>
            </a:r>
            <a:r>
              <a:rPr lang="en-US" altLang="zh-CN" dirty="0"/>
              <a:t> python step3_optimal_structure_predict.py partition_file_id.txt PDCoV_in_Virion_merge_KR_15_15_remake10_merge_KR_10_10_OEmask_fill_diagonal_filter_gaussian.bedpe PDCoV_in_Virion_merge_KR_10.matrix PDCoV_in_Virion_merge_KR_5.matrix PDCoV_in_Virion_merge_KR_1.matrix 25420 HS1 KT336560_md.fasta KT336560.1 &gt; step3.log &amp;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42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516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英翔 邓</dc:creator>
  <cp:lastModifiedBy>英翔 邓</cp:lastModifiedBy>
  <cp:revision>4</cp:revision>
  <dcterms:created xsi:type="dcterms:W3CDTF">2026-04-03T13:25:14Z</dcterms:created>
  <dcterms:modified xsi:type="dcterms:W3CDTF">2026-04-03T13:29:25Z</dcterms:modified>
</cp:coreProperties>
</file>